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KlassApp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146304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School in Every Parent's Pocket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WhatsApp-first school management for Africa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June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Communication Gap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74,000+ schools across Uganda. 20 million students. Zero real-time parent communication.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find out exam results at end of term — weeks after publication.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Schools spend 30 UGX per SMS. 70% delivery. One-way. No replies.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collection is chaotic. Absence notifications never reach home.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"School apps" require downloads, logins, and updates. Parents don't use them.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circulars are lost, late, and unread.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0" y="128016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035040" y="1417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6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035040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penetration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among smartphone users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0" y="246888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035040" y="2606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6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035040" y="3063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Smartphones now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in Uganda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36576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3504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6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035040" y="4251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fees paid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mobile money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June 2026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KlassApp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that makes every school a WhatsApp contact.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get grades, fees, child's health updates, attendance, and more via WhatsApp. No app. No login. Just a message.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Schools get dashboards, automated campaigns, and delivery tracking.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top of existing school systems — no rip-and-replace. Just plug and connect.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Two-way: parents can check balances, report absences, and request results.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receive. WhatsApp is zero-rated on MTN and Airtel in Uganda.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37160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2C55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417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0-15 UGX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message (vs 30 UGX SMS)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0" y="23774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1E6FD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95%+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2743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rate (vs 70% SMS)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0" y="338328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3429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June 2026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645920" cy="640080"/>
          </a:xfrm>
          <a:prstGeom prst="roundRect">
            <a:avLst>
              <a:gd name="adj" fmla="val 14286"/>
            </a:avLst>
          </a:prstGeom>
          <a:solidFill>
            <a:srgbClr val="1E6FD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/ Teacher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651760" y="1463040"/>
            <a:ext cx="1645920" cy="640080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1463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KlassApp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463040"/>
            <a:ext cx="1645920" cy="640080"/>
          </a:xfrm>
          <a:prstGeom prst="round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463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40880" y="1463040"/>
            <a:ext cx="1645920" cy="640080"/>
          </a:xfrm>
          <a:prstGeom prst="roundRect">
            <a:avLst>
              <a:gd name="adj" fmla="val 14286"/>
            </a:avLst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0" y="1463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Parent's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48840" y="14630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343400" y="14630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537960" y="14630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2651760" y="2468880"/>
            <a:ext cx="3840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24688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Dashboard  ·  Analytics  ·  Failure Escalation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148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Schools publish grades, fees, or attendance → KlassApp formats and delivers instantly.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reply with keywords ("grades", "fees", "absent") → instant AI response.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Multi-child support: one parent, multiple students, separate notification streams.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import: Excel/CSV parsing, smart delivery routing, failure escalation.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 integration: connects to Uganda's national Learner Identification Number system.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SchoolPay integration: automated fee status, payment confirmations, balance checks.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June 2026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KlassApp Wins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234440"/>
            <a:ext cx="269748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14173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22C55E">
              <a:alpha val="1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WhatsApp-First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inside the app parents already use daily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friction: no download, no account, no password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 penetration in target market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Zero-rated on MTN &amp; Airtel — free to receive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23444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234440"/>
            <a:ext cx="2697480" cy="45720"/>
          </a:xfrm>
          <a:prstGeom prst="rect">
            <a:avLst/>
          </a:prstGeom>
          <a:solidFill>
            <a:srgbClr val="1E6F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160520" y="14173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1E6FD9">
              <a:alpha val="1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16052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🆔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429000" y="23317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 Integration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9000" y="27889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to Uganda's national student ID database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self-register by texting their child's LIN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a nationwide parent network — not just per-school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Moat: no competitor connects to the national LIN system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26480" y="123444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234440"/>
            <a:ext cx="2697480" cy="45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Shape 16"/>
          <p:cNvSpPr/>
          <p:nvPr/>
        </p:nvSpPr>
        <p:spPr>
          <a:xfrm>
            <a:off x="7040880" y="14173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D97706">
              <a:alpha val="1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⚙️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309360" y="23317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Platform, Not Point Solution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09360" y="27889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Layers on top of existing systems — no rip-and-replace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Roles: admin, teacher, bursar, librarian, nurse, secretary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Expanding: guidance counsellor, sports, transport, PTA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data follows the child across school transfers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June 2026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Traction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6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schools live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testnet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1840" y="128016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6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38328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teachers active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platform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128016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6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2,500+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21792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Progress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108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Core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31089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8912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publishing, fee reminders, attendance alerts, interactive bot menu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70332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Engage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3657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389120" y="3657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message delivery, notification queue, delivery dashboard, multi-child parent flow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25196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206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Scale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91840" y="4206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389120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 integration, CSV bulk import, parent self-registration, nationwide network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572000"/>
            <a:ext cx="8229600" cy="9144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June 2026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Sizing — Uganda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4572000" cy="1097280"/>
        </p:xfrm>
        <a:graphic>
          <a:graphicData uri="http://schemas.openxmlformats.org/drawingml/2006/table">
            <a:tbl>
              <a:tblPr/>
              <a:tblGrid>
                <a:gridCol w="1097280"/>
                <a:gridCol w="2286000"/>
                <a:gridCol w="11887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Parent Connections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6FD9"/>
                          </a:solidFill>
                        </a:rPr>
                        <a:t>TAM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74,000 schools × 500 avg parents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37M connections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6FD9"/>
                          </a:solidFill>
                        </a:rPr>
                        <a:t>SAM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30,000 schools (urban + peri-urban)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15M connections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6FD9"/>
                          </a:solidFill>
                        </a:rPr>
                        <a:t>SOM (Y3)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5,000 schools adopted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2.5M connections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2926080"/>
            <a:ext cx="4572000" cy="502920"/>
          </a:xfrm>
          <a:prstGeom prst="roundRect">
            <a:avLst>
              <a:gd name="adj" fmla="val 10909"/>
            </a:avLst>
          </a:prstGeom>
          <a:solidFill>
            <a:srgbClr val="1E6FD9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29260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SOM: 5,000 schools × $22.30/mo blended = $1.34M ARR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Growth Drivers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0" y="1645920"/>
            <a:ext cx="54864" cy="5486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Text 7"/>
          <p:cNvSpPr/>
          <p:nvPr/>
        </p:nvSpPr>
        <p:spPr>
          <a:xfrm>
            <a:off x="5715000" y="1645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 Mandate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715000" y="18745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student already in a national database — we just connect the parent.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0" y="2377440"/>
            <a:ext cx="54864" cy="5486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0"/>
          <p:cNvSpPr/>
          <p:nvPr/>
        </p:nvSpPr>
        <p:spPr>
          <a:xfrm>
            <a:off x="5715000" y="237744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Smartphone Adoption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715000" y="26060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 devices now common; WhatsApp is the de facto OS for most Ugandans.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0" y="3108960"/>
            <a:ext cx="54864" cy="5486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6" name="Text 13"/>
          <p:cNvSpPr/>
          <p:nvPr/>
        </p:nvSpPr>
        <p:spPr>
          <a:xfrm>
            <a:off x="5715000" y="31089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Money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715000" y="3337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70%+ of school fees paid via mobile money — notifications drive action.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486400" y="3840480"/>
            <a:ext cx="54864" cy="5486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9" name="Text 16"/>
          <p:cNvSpPr/>
          <p:nvPr/>
        </p:nvSpPr>
        <p:spPr>
          <a:xfrm>
            <a:off x="5715000" y="38404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Direct Competitor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0" y="40690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WhatsApp-first, LIN-integrated school platform exists in East Africa.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June 2026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KlassNomics — Revenue Model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80160"/>
          <a:ext cx="8412480" cy="1645920"/>
        </p:xfrm>
        <a:graphic>
          <a:graphicData uri="http://schemas.openxmlformats.org/drawingml/2006/table">
            <a:tbl>
              <a:tblPr/>
              <a:tblGrid>
                <a:gridCol w="2743200"/>
                <a:gridCol w="1417320"/>
                <a:gridCol w="1417320"/>
                <a:gridCol w="1417320"/>
                <a:gridCol w="14173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25 Schools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50 Schools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100 Schools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200 Schools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Gross Revenue (USD/yr)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$6,689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$13,378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$26,757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$53,514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Infra &amp; AI Costs (~17%)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$1,137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$2,274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$4,549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$9,097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6FD9"/>
                          </a:solidFill>
                        </a:rPr>
                        <a:t>VAT (18%)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$1,204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$2,408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$4,816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$9,632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Net Revenue (USD/yr)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$4,348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$8,696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$17,392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$34,785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Gross Margin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Tiers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65760" y="34747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9050">
            <a:solidFill>
              <a:srgbClr val="1E6FD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3520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3749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UGX 50K/mo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920240" y="37673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($13.50)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02920" y="4069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entry, CSV import, attendance, parent portal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34747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83280" y="3520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383280" y="3749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UGX 100K/mo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800600" y="37673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($27.00)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383280" y="4069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Excel import, WhatsApp alerts, analytics, push notifications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126480" y="34747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63640" y="3520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63640" y="3749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UGX 150K/mo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680960" y="37673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($40.50)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63640" y="4069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scanning, full AI suite, custom branding, SSO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June 2026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Grow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Land: Free Starter tier for small schools (up to 200 students). Zero-risk trial.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Expand: Schools upgrade as they grow. Pro and Enterprise tiers add AI, analytics, custom branding.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effects: Every parent onboarded is a referral. Parents with children at multiple schools demand KlassApp.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 integration: Government mandate means every student has an ID. We connect it to WhatsApp — at national scale.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Partnerships: Ministry of Education, school associations, education NGOs, mobile money providers, School ERPs, and SchoolPay.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CAC: Word-of-mouth through teachers and parents. WhatsApp groups are organic distribution channels.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0" y="1188720"/>
            <a:ext cx="29260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0" y="12801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2801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903720" y="1280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schools onboard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29400" y="1463040"/>
            <a:ext cx="137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162763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6276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90372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engaged on WhatsApp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629400" y="1810512"/>
            <a:ext cx="137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↓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197510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197510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903720" y="19751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become advocates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29400" y="2157984"/>
            <a:ext cx="137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232257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23225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03720" y="232257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schools join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3600" y="310896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0F172A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3200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18-Month Target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0" y="34747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schools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943600" y="3749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$53K ARR  ·  $35K net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June 2026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The Ask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411480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91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Mucunguzi Moses — Founder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 Founder. 5 years engineering experience. Deep understanding of Uganda's education and payments ecosystem.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017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Mugisha Elijah — Co-founder &amp; CTO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Fullstack engineer. Built the KlassApp platform from the ground up. Leads technical architecture and product.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160020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600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Raising $30K (UGX 100M) — Pre-Seed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2606040"/>
            <a:ext cx="731520" cy="320040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26060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97880" y="2606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School Onboarding — dedicated onboarding team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0" y="3017520"/>
            <a:ext cx="731520" cy="320040"/>
          </a:xfrm>
          <a:prstGeom prst="roundRect">
            <a:avLst>
              <a:gd name="adj" fmla="val 14286"/>
            </a:avLst>
          </a:prstGeom>
          <a:solidFill>
            <a:srgbClr val="1E6FD9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30175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97880" y="3017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Infra, Integrations &amp; Security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0" y="3429000"/>
            <a:ext cx="731520" cy="320040"/>
          </a:xfrm>
          <a:prstGeom prst="round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3429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97880" y="34290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Compliance &amp; Operations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0" y="3840480"/>
            <a:ext cx="731520" cy="320040"/>
          </a:xfrm>
          <a:prstGeom prst="roundRect">
            <a:avLst>
              <a:gd name="adj" fmla="val 14286"/>
            </a:avLst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0" y="38404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897880" y="38404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&amp; Working Capital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4206240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200 schools in 18 months  →  $53K ARR  →  $35K net  →  Path to Series 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June 2026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146304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put a school in every parent's pocket.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KlassApp — Smarter schools start here.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klassapp.xyz  ·  hello@klassapp.xyz  ·  WhatsApp: +256 767 538805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June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KlassApp — Venture Capital Pitch Deck</dc:title>
  <dc:subject>PptxGenJS Presentation</dc:subject>
  <dc:creator>KlassApp</dc:creator>
  <cp:lastModifiedBy>KlassApp</cp:lastModifiedBy>
  <cp:revision>1</cp:revision>
  <dcterms:created xsi:type="dcterms:W3CDTF">2026-06-10T01:08:18Z</dcterms:created>
  <dcterms:modified xsi:type="dcterms:W3CDTF">2026-06-10T01:08:19Z</dcterms:modified>
</cp:coreProperties>
</file>