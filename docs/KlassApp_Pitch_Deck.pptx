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KlassApp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146304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School in Every Parent's Pocket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WhatsApp-first school management for Africa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June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Communication Gap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74,000+ schools across Uganda. 20 million students. Zero real-time parent communication.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find out exam results at end of term — weeks after publication.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spend 30 UGX per SMS. 70% delivery. One-way. No replies.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collection is chaotic. Absence notifications never reach home.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"School apps" require downloads, logins, and updates. Parents don't use them.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circulars are lost, late, and unread.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0" y="128016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03504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penetration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among smartphone users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0" y="246888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035040" y="3063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Smartphones now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in Uganda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36576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3794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035040" y="4251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fees paid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mobile money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June 2026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KlassApp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that makes every school a WhatsApp contact.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get grades, fees, and attendance via WhatsApp. No app. No login. Just a message.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get dashboards, automated campaigns, and delivery tracking.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top of existing school systems — no rip-and-replace.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Two-way: parents can check balances, report absences, and request results.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receive. WhatsApp is zero-rated on MTN and Airtel in Uganda.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137160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0-15 UGX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message (vs 30 UGX SMS)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0" y="237744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1E6FD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743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rate (vs 70% SMS)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0" y="33832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June 2026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1E6F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Teacher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146304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0" y="146304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Parent's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14630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43400" y="14630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37960" y="14630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651760" y="2468880"/>
            <a:ext cx="3840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4688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Dashboard  ·  Analytics  ·  Failure Escalation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69080" y="2148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publish grades, fees, or attendance → KlassApp formats and delivers instantly.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reply with keywords ("grades", "fees", "absent") → instant AI response.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Multi-child support: one parent, multiple students, separate notification streams.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import: Excel/CSV parsing, smart delivery routing, failure escalation.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 integration: connects to Uganda's national Learner Identification Number system.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June 2026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KlassApp Wins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269748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141732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22C55E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WhatsApp-First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inside the app parents already use daily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friction: no download, no account, no password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penetration in target market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Zero-rated on MTN &amp; Airtel — free to receive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34440"/>
            <a:ext cx="2697480" cy="45720"/>
          </a:xfrm>
          <a:prstGeom prst="rect">
            <a:avLst/>
          </a:prstGeom>
          <a:solidFill>
            <a:srgbClr val="1E6FD9"/>
          </a:solidFill>
          <a:ln/>
        </p:spPr>
      </p:sp>
      <p:sp>
        <p:nvSpPr>
          <p:cNvPr id="12" name="Shape 10"/>
          <p:cNvSpPr/>
          <p:nvPr/>
        </p:nvSpPr>
        <p:spPr>
          <a:xfrm>
            <a:off x="4160520" y="141732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E6FD9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🆔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2900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 Integration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7889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 Uganda's national student ID database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self-register by texting their child's LIN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a nationwide parent network — not just per-school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Moat: no competitor connects to the national LIN system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34440"/>
            <a:ext cx="269748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6"/>
          <p:cNvSpPr/>
          <p:nvPr/>
        </p:nvSpPr>
        <p:spPr>
          <a:xfrm>
            <a:off x="7040880" y="141732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D97706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0936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Platform, Not Point Solution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27889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on top of existing systems — no rip-and-replace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Roles: admin, teacher, bursar, librarian, nurse, secretary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Expanding: guidance counsellor, sports, transport, PTA</a:t>
            </a:r>
            <a:endParaRPr lang="en-US" sz="9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data follows the child across school transfers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June 2026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Traction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live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testnet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 active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platform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2,500+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1792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Progress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Core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0" y="3108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publishing, fee reminders, attendance alerts, interactive bot menu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Engage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657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3657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message delivery, notification queue, delivery dashboard, multi-child parent flow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Scale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4206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89120" y="4206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 integration, CSV bulk import, parent self-registration, nationwide network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914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June 2026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Sizing — Uganda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4572000" cy="1097280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1188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Parent Connections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6FD9"/>
                          </a:solidFill>
                        </a:rPr>
                        <a:t>TAM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74,000 schools × 500 avg parents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37M connections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6FD9"/>
                          </a:solidFill>
                        </a:rPr>
                        <a:t>SAM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30,000 schools (urban + peri-urban)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15M connections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6FD9"/>
                          </a:solidFill>
                        </a:rPr>
                        <a:t>SOM (Y3)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5,000 schools adopted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2.5M connections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92608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1E6FD9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926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SOM: 5,000 schools × $22.30/mo blended = $1.34M ARR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Growth Drivers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0" y="1645920"/>
            <a:ext cx="54864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0" y="16459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 Mandate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15000" y="18745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student already in a national database — we just connect the parent.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0" y="2377440"/>
            <a:ext cx="54864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0" y="23774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 Adoption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15000" y="26060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 devices now common; WhatsApp is the de facto OS for most Ugandans.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0" y="3108960"/>
            <a:ext cx="54864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0" y="310896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15000" y="33375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70%+ of school fees paid via mobile money — notifications drive action.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0" y="3840480"/>
            <a:ext cx="54864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0" y="38404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Competitor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15000" y="40690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WhatsApp-first, LIN-integrated school platform exists in East Africa.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June 2026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KlassNomics — Revenue Model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1645920"/>
        </p:xfrm>
        <a:graphic>
          <a:graphicData uri="http://schemas.openxmlformats.org/drawingml/2006/table">
            <a:tbl>
              <a:tblPr/>
              <a:tblGrid>
                <a:gridCol w="2743200"/>
                <a:gridCol w="1417320"/>
                <a:gridCol w="1417320"/>
                <a:gridCol w="1417320"/>
                <a:gridCol w="14173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25 Schools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50 Schools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100 Schools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200 Schools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Gross Revenue (USD/yr)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$6,689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$13,378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$26,757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$53,514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Infra &amp; AI Costs (~12%)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$803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$1,605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$3,211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$6,422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6FD9"/>
                          </a:solidFill>
                        </a:rPr>
                        <a:t>Net Revenue (USD/yr)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$5,886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$11,773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$23,546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$47,092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Gross Margin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Tiers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34747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9050">
            <a:solidFill>
              <a:srgbClr val="1E6F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6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50K/mo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920240" y="37673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($13.50)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4069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entry, CSV import, attendance, parent portal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34747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38328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100K/mo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00600" y="37673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($27.00)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383280" y="4069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Excel import, WhatsApp alerts, analytics, push notifications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126480" y="34747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6364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150K/mo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680960" y="37673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($40.50)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63640" y="40690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scanning, full AI suite, custom branding, SSO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June 2026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Grow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Land: Free Starter tier for small schools (up to 200 students). Zero-risk trial.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Expand: Schools upgrade as they grow. Pro and Enterprise tiers add AI, analytics, custom branding.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effects: Every parent onboarded is a referral. Parents with children at multiple schools demand KlassApp.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 integration: Government mandate means every student has an ID. We connect it to WhatsApp — at national scale.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Partnerships: Ministry of Education, school associations, education NGOs, mobile money providers.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CAC: Word-of-mouth through teachers and parents. WhatsApp groups are organic distribution channels.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0" y="1188720"/>
            <a:ext cx="29260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0" y="128016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2801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03720" y="1280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schools onboard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29400" y="1463040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0" y="162763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627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0372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engaged on WhatsApp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9400" y="1810512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197510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9751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03720" y="1975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become advocates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215798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32257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3225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03720" y="23225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schools join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310896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Target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3474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schools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0" y="3749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$53K ARR  ·  $47K net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June 2026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The 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Elijah (Rasta) — Founder &amp; CEO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engineer. Built KlassApp from scratch. Deep understanding of Uganda's education ecosystem.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— Technical &amp; Operations Lead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and operational leadership.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16002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600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a Pre-Seed Round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260604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606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97880" y="2606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AI — LIN integration, self-registration, analytics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0" y="301752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1E6FD9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017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97880" y="30175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School Onboarding — dedicated onboarding team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0" y="342900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4290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97880" y="34290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&amp; WhatsApp API — scale to 200+ schools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0" y="384048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94A3B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840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97880" y="38404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compliance, and operations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200 schools in 18 months  →  $53K ARR  →  $47K net  →  Path to Series 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June 2026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46304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put a school in every parent's pocket.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KlassApp — Smarter schools start here.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ugasch.com  ·  WhatsApp: +256 767 538805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KlassApp — Venture Capital Pitch Deck</dc:title>
  <dc:subject>PptxGenJS Presentation</dc:subject>
  <dc:creator>KlassApp</dc:creator>
  <cp:lastModifiedBy>KlassApp</cp:lastModifiedBy>
  <cp:revision>1</cp:revision>
  <dcterms:created xsi:type="dcterms:W3CDTF">2026-06-10T00:15:35Z</dcterms:created>
  <dcterms:modified xsi:type="dcterms:W3CDTF">2026-06-10T00:15:35Z</dcterms:modified>
</cp:coreProperties>
</file>